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22"/>
    <p:restoredTop sz="94795"/>
  </p:normalViewPr>
  <p:slideViewPr>
    <p:cSldViewPr snapToGrid="0">
      <p:cViewPr varScale="1">
        <p:scale>
          <a:sx n="94" d="100"/>
          <a:sy n="94" d="100"/>
        </p:scale>
        <p:origin x="216" y="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354D4-AA5E-7859-36C9-4217ECAA4A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613124-F267-192D-1AEA-A49D13F0A3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F52703-A322-9C40-F230-8F9F9B8CA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0CC04-9B1A-EB41-A90E-D7B1DA0A8701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88EEF6-F42F-1B4A-72CF-4AF456811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3DD5B4-1D08-ED56-F80D-E11770A19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056BC-0823-DD49-ADCC-60486E839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226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2FB6F-1CE5-D6A7-E83B-30992725C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5EF64-D7E1-2573-7414-BF4B58A345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EE9DF-10A7-4CEF-291D-C0948091F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0CC04-9B1A-EB41-A90E-D7B1DA0A8701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60807-2551-BBBA-4F08-C4781B14A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B03DD-E5D8-4996-B757-6AA02017E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056BC-0823-DD49-ADCC-60486E839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752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0EF7D-6A41-AD03-F8BA-11C9E3393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FF604D-5829-84EB-2D6C-F6907120DE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FB08E-D4B9-C3F0-2EFF-944CCF2B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0CC04-9B1A-EB41-A90E-D7B1DA0A8701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487C17-51E3-7BB5-7601-4E54E0C6C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463B9-AA0B-F8A6-6023-479105560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056BC-0823-DD49-ADCC-60486E839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791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D7B5E-84A5-2BFD-C715-E3B191C55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043CB-6122-EF6A-C6D8-EB213AC9A2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135A6B-287C-17A1-7B6F-DE7C879126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18DE4C-990B-D64A-ACDB-A9ACF9AA6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0CC04-9B1A-EB41-A90E-D7B1DA0A8701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77C3E4-8731-C98E-BFBC-9978BBE38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54C7C1-1B00-E9D6-99D8-E00FDF831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056BC-0823-DD49-ADCC-60486E839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165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2F7AE-77F5-996D-07AF-C2869A976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8D4C49-D0E1-E1EE-E11A-607AB4C1D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532A8D-1937-A251-4E3A-A37D572092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251C8D-F654-ED98-71B0-C729D064E4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A4B592-1257-3A01-2960-A760154F47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0E36D9-DC8D-0165-EF73-3566F0C7E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0CC04-9B1A-EB41-A90E-D7B1DA0A8701}" type="datetimeFigureOut">
              <a:rPr lang="en-US" smtClean="0"/>
              <a:t>8/6/26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47A0B3-BDAF-83D3-A087-FF71C36F8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A898B2-FDE9-AE1C-B7D7-A685A408A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056BC-0823-DD49-ADCC-60486E839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592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9EB5A-78FF-064F-BBF3-E0A855BAA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B6B9B5-A230-2B15-4F84-262B9C4E7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0CC04-9B1A-EB41-A90E-D7B1DA0A8701}" type="datetimeFigureOut">
              <a:rPr lang="en-US" smtClean="0"/>
              <a:t>8/6/26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99C34B-EAAC-9DAE-D010-00D36165D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392562-442A-A32D-9C45-C9C8B7E7E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056BC-0823-DD49-ADCC-60486E839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927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ACE572-0E2A-756B-4973-C8935798A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0CC04-9B1A-EB41-A90E-D7B1DA0A8701}" type="datetimeFigureOut">
              <a:rPr lang="en-US" smtClean="0"/>
              <a:t>8/6/26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FCD041-8743-9203-78CD-E1BC2BC5E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FD4781-145F-DAEE-7F72-829A14148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056BC-0823-DD49-ADCC-60486E839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033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50F05-1774-C50B-E856-7B711F69B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8AD61-5E84-28B1-C4D5-B289C1E782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571350-096D-4E7B-BD78-C1B3D7CAAC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2CD4A4-607A-8359-86FC-EE0922ADD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0CC04-9B1A-EB41-A90E-D7B1DA0A8701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11AD77-61DC-3ACC-00B9-D88719710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195C4D-8344-42E4-B597-8B035E43B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056BC-0823-DD49-ADCC-60486E839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497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1FADE-5283-85F4-7385-7C91A9F66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6F2C4D-3D45-96F5-051B-75D81CB277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13FDF2-8B1A-C567-DB98-559C66D1F0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385B41-3A73-7688-E140-597098E6A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0CC04-9B1A-EB41-A90E-D7B1DA0A8701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0ECE5A-1FF4-F03F-0969-989CD0D84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C53EFB-214C-A29B-8572-BE9D7965F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056BC-0823-DD49-ADCC-60486E839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100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0244E-B764-F478-720D-9C66FE702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98D381-F50A-20B9-E4F9-25F6208995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1F0596-2D74-453B-0525-4E627AE55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0CC04-9B1A-EB41-A90E-D7B1DA0A8701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73E34-72F9-6D25-F54C-CBB4EBAF6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125A13-01C5-B1D2-8DF0-B83F7D430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056BC-0823-DD49-ADCC-60486E839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632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848CF0-449D-E247-3017-458EA89BA0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6451B8-63A1-8F63-4A72-EBF1E74604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B594DC-4C14-E947-B680-F1D2356BC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0CC04-9B1A-EB41-A90E-D7B1DA0A8701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EDFF48-2E39-B907-A5D2-2FD590E49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6C73BA-7B7A-B8A6-F3F9-E6926BBBD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056BC-0823-DD49-ADCC-60486E839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747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97B80D-F59A-7A36-BDAB-CCFE4DA2B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4AF88-9618-56C8-A61D-62F987E2A5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F54908-3394-C23E-C34D-DFE90568EE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20CC04-9B1A-EB41-A90E-D7B1DA0A8701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B45405-69A7-D932-9647-AA3DC1756B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3B5BB6-E6A9-C3B8-DCE9-D6FF3EEC94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A056BC-0823-DD49-ADCC-60486E839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032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928F64C6-FE22-4FC1-A763-DFCC51481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17636" y="4577975"/>
            <a:ext cx="11482938" cy="1899827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93AE8C-F35C-D3F8-E5F0-5F25CA8F64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325" y="4741948"/>
            <a:ext cx="10825663" cy="862031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CS 690K. Advanced Robot Dynamics and Control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AB5311-5DA5-B8C5-7DF0-23152B6242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325" y="5839017"/>
            <a:ext cx="10825663" cy="403749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rgbClr val="E7E6E6"/>
                </a:solidFill>
              </a:rPr>
              <a:t>2026 Fall</a:t>
            </a:r>
          </a:p>
        </p:txBody>
      </p:sp>
      <p:pic>
        <p:nvPicPr>
          <p:cNvPr id="5" name="Picture 4" descr="A close-up of a robot&#10;&#10;Description automatically generated">
            <a:extLst>
              <a:ext uri="{FF2B5EF4-FFF2-40B4-BE49-F238E27FC236}">
                <a16:creationId xmlns:a16="http://schemas.microsoft.com/office/drawing/2014/main" id="{8EABC11E-EA59-6A14-3FE3-64DB4AF3E6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711" r="2" b="39022"/>
          <a:stretch>
            <a:fillRect/>
          </a:stretch>
        </p:blipFill>
        <p:spPr>
          <a:xfrm>
            <a:off x="307840" y="321733"/>
            <a:ext cx="3793472" cy="2010551"/>
          </a:xfrm>
          <a:prstGeom prst="rect">
            <a:avLst/>
          </a:prstGeom>
        </p:spPr>
      </p:pic>
      <p:pic>
        <p:nvPicPr>
          <p:cNvPr id="9" name="Picture 8" descr="A robot with a pole&#10;&#10;Description automatically generated">
            <a:extLst>
              <a:ext uri="{FF2B5EF4-FFF2-40B4-BE49-F238E27FC236}">
                <a16:creationId xmlns:a16="http://schemas.microsoft.com/office/drawing/2014/main" id="{C113E8E8-86BB-B2F7-9B09-BDF73A7372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6937" r="1" b="21900"/>
          <a:stretch>
            <a:fillRect/>
          </a:stretch>
        </p:blipFill>
        <p:spPr>
          <a:xfrm>
            <a:off x="4194959" y="321735"/>
            <a:ext cx="3797570" cy="2010551"/>
          </a:xfrm>
          <a:prstGeom prst="rect">
            <a:avLst/>
          </a:prstGeom>
        </p:spPr>
      </p:pic>
      <p:pic>
        <p:nvPicPr>
          <p:cNvPr id="19" name="Picture 18" descr="A robot on a track&#10;&#10;Description automatically generated">
            <a:extLst>
              <a:ext uri="{FF2B5EF4-FFF2-40B4-BE49-F238E27FC236}">
                <a16:creationId xmlns:a16="http://schemas.microsoft.com/office/drawing/2014/main" id="{FEFE7658-2691-3C88-C77E-FE3CAF025E2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1864"/>
          <a:stretch>
            <a:fillRect/>
          </a:stretch>
        </p:blipFill>
        <p:spPr>
          <a:xfrm>
            <a:off x="8086176" y="321734"/>
            <a:ext cx="3797984" cy="2010550"/>
          </a:xfrm>
          <a:prstGeom prst="rect">
            <a:avLst/>
          </a:prstGeom>
        </p:spPr>
      </p:pic>
      <p:pic>
        <p:nvPicPr>
          <p:cNvPr id="10" name="Picture 9" descr="A robot with two legs&#10;&#10;AI-generated content may be incorrect.">
            <a:extLst>
              <a:ext uri="{FF2B5EF4-FFF2-40B4-BE49-F238E27FC236}">
                <a16:creationId xmlns:a16="http://schemas.microsoft.com/office/drawing/2014/main" id="{C4700FBB-F23C-A7BF-DFAF-4E4C4632183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255" t="7412" r="2222" b="59059"/>
          <a:stretch/>
        </p:blipFill>
        <p:spPr>
          <a:xfrm>
            <a:off x="307840" y="2423723"/>
            <a:ext cx="3794760" cy="20105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33A634A-765A-9A87-DC11-4EA4224773A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276" t="55041" r="274" b="5158"/>
          <a:stretch/>
        </p:blipFill>
        <p:spPr>
          <a:xfrm>
            <a:off x="4190180" y="2422095"/>
            <a:ext cx="3794760" cy="2013804"/>
          </a:xfrm>
          <a:prstGeom prst="rect">
            <a:avLst/>
          </a:prstGeom>
        </p:spPr>
      </p:pic>
      <p:pic>
        <p:nvPicPr>
          <p:cNvPr id="11" name="Picture 10" descr="A close-up of a robot&#10;&#10;Description automatically generated">
            <a:extLst>
              <a:ext uri="{FF2B5EF4-FFF2-40B4-BE49-F238E27FC236}">
                <a16:creationId xmlns:a16="http://schemas.microsoft.com/office/drawing/2014/main" id="{4249C625-B150-DB1C-A3A6-6106A2470935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20063" r="1" b="31856"/>
          <a:stretch>
            <a:fillRect/>
          </a:stretch>
        </p:blipFill>
        <p:spPr>
          <a:xfrm>
            <a:off x="8093394" y="2422097"/>
            <a:ext cx="3794760" cy="2010551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C34627B-48E6-4F4D-B843-97717A86B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7963" y="5694097"/>
            <a:ext cx="9144000" cy="0"/>
          </a:xfrm>
          <a:prstGeom prst="line">
            <a:avLst/>
          </a:prstGeom>
          <a:ln w="1587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64281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10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CS 690K. Advanced Robot Dynamics and Control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Donghyun Kim</dc:creator>
  <cp:lastModifiedBy>Donghyun Kim</cp:lastModifiedBy>
  <cp:revision>4</cp:revision>
  <dcterms:created xsi:type="dcterms:W3CDTF">2024-07-28T16:36:14Z</dcterms:created>
  <dcterms:modified xsi:type="dcterms:W3CDTF">2026-08-06T18:05:12Z</dcterms:modified>
</cp:coreProperties>
</file>